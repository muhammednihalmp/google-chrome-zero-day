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779AE-D38A-431A-A38E-2090CA9178DD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CB92A-FEDD-487B-A9B1-27E8640E59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4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CB92A-FEDD-487B-A9B1-27E8640E599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01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02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5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76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87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6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1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3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06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0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31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33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664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83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2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61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07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C477381-86ED-4423-81A8-A5138171514A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2A5A5-8ED4-4B84-B71D-F165E72C4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49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EDC6-4117-A924-130C-EFECEEB8A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768" y="2494548"/>
            <a:ext cx="9553074" cy="1224055"/>
          </a:xfrm>
        </p:spPr>
        <p:txBody>
          <a:bodyPr/>
          <a:lstStyle/>
          <a:p>
            <a:pPr algn="ctr"/>
            <a:r>
              <a:rPr lang="en-US" dirty="0">
                <a:latin typeface="Bahnschrift SemiBold Condensed" panose="020B0502040204020203" pitchFamily="34" charset="0"/>
              </a:rPr>
              <a:t>Google chrome zero-day</a:t>
            </a:r>
            <a:r>
              <a:rPr lang="en-US" sz="2400" dirty="0">
                <a:latin typeface="Bahnschrift SemiBold Condensed" panose="020B0502040204020203" pitchFamily="34" charset="0"/>
              </a:rPr>
              <a:t>CVE-2025-6554</a:t>
            </a:r>
            <a:endParaRPr lang="en-IN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903F1-1741-EA5B-3602-AD69C4E3E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4028" y="4616960"/>
            <a:ext cx="2502646" cy="500472"/>
          </a:xfrm>
        </p:spPr>
        <p:txBody>
          <a:bodyPr/>
          <a:lstStyle/>
          <a:p>
            <a:pPr algn="ctr"/>
            <a:r>
              <a:rPr lang="en-US" dirty="0">
                <a:latin typeface="Bahnschrift SemiBold Condensed" panose="020B0502040204020203" pitchFamily="34" charset="0"/>
              </a:rPr>
              <a:t>By Nihal </a:t>
            </a:r>
            <a:r>
              <a:rPr lang="en-US" dirty="0" err="1">
                <a:latin typeface="Bahnschrift SemiBold Condensed" panose="020B0502040204020203" pitchFamily="34" charset="0"/>
              </a:rPr>
              <a:t>mp</a:t>
            </a:r>
            <a:endParaRPr lang="en-IN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E27A-9FA9-BEC9-B95C-339AE234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4BD08-B98F-E0BC-D25A-8A153CC1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72" y="1988910"/>
            <a:ext cx="9821362" cy="4352364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Is a type confusion flaw within Chrome's V8 JavaScript and </a:t>
            </a:r>
            <a:r>
              <a:rPr lang="en-US" dirty="0" err="1"/>
              <a:t>WebAssembly</a:t>
            </a:r>
            <a:r>
              <a:rPr lang="en-US" dirty="0"/>
              <a:t> engine, allowing remote attackers to manipulate memory and potentially execute arbitrary code via crafted HTML pages.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20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0686-1A87-AA80-FD48-CF2EF51F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D384C-4C3E-0780-B837-967826C88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latin typeface="Century Gothic (Headings)"/>
                <a:cs typeface="Times New Roman" panose="02020603050405020304" pitchFamily="18" charset="0"/>
              </a:rPr>
              <a:t>Bug Name :</a:t>
            </a:r>
            <a:r>
              <a:rPr lang="en-GB" sz="1800" dirty="0">
                <a:latin typeface="Century Gothic (Headings)"/>
                <a:cs typeface="Times New Roman" panose="02020603050405020304" pitchFamily="18" charset="0"/>
              </a:rPr>
              <a:t> Google Chrome Zero-Day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Century Gothic (Headings)"/>
                <a:cs typeface="Times New Roman" panose="02020603050405020304" pitchFamily="18" charset="0"/>
              </a:rPr>
              <a:t>CVE ID :</a:t>
            </a:r>
            <a:r>
              <a:rPr lang="en-IN" sz="1800" dirty="0">
                <a:latin typeface="Century Gothic (Headings)"/>
                <a:cs typeface="Times New Roman" panose="02020603050405020304" pitchFamily="18" charset="0"/>
              </a:rPr>
              <a:t> CVE-2025-6554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Century Gothic (Headings)"/>
                <a:cs typeface="Times New Roman" panose="02020603050405020304" pitchFamily="18" charset="0"/>
              </a:rPr>
              <a:t>Reported on : </a:t>
            </a:r>
            <a:r>
              <a:rPr lang="en-GB" sz="1800" dirty="0">
                <a:latin typeface="Century Gothic (Headings)"/>
                <a:cs typeface="Times New Roman" panose="02020603050405020304" pitchFamily="18" charset="0"/>
              </a:rPr>
              <a:t>June 25, 2025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Century Gothic (Headings)"/>
                <a:cs typeface="Times New Roman" panose="02020603050405020304" pitchFamily="18" charset="0"/>
              </a:rPr>
              <a:t>Severity :</a:t>
            </a:r>
            <a:r>
              <a:rPr lang="en-IN" sz="1800" dirty="0">
                <a:latin typeface="Century Gothic (Headings)"/>
                <a:cs typeface="Times New Roman" panose="02020603050405020304" pitchFamily="18" charset="0"/>
              </a:rPr>
              <a:t> Critical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Century Gothic (Headings)"/>
                <a:cs typeface="Times New Roman" panose="02020603050405020304" pitchFamily="18" charset="0"/>
              </a:rPr>
              <a:t>Impact : </a:t>
            </a:r>
            <a:r>
              <a:rPr lang="en-IN" sz="1800" dirty="0">
                <a:latin typeface="Century Gothic (Headings)"/>
                <a:cs typeface="Times New Roman" panose="02020603050405020304" pitchFamily="18" charset="0"/>
              </a:rPr>
              <a:t>Remote Code Execution (</a:t>
            </a:r>
            <a:r>
              <a:rPr lang="en-GB" sz="1800" dirty="0">
                <a:latin typeface="Century Gothic (Headings)"/>
              </a:rPr>
              <a:t>RCE)</a:t>
            </a:r>
            <a:endParaRPr lang="en-IN" sz="1800" dirty="0">
              <a:latin typeface="Century Gothic (Headings)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61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9132-00F9-E2FA-7C4D-6871CC45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99426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5FEE6-B3EA-3B92-E9B5-2F7BF75FD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840" y="1853248"/>
            <a:ext cx="10719880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Attackers exploiting this vulnerability can trigger unintended memory operations-arbitrary read/write-which may lead to remote code execution (RCE). Notably, it requires only visiting a malicious webpage, with no user interaction beyond that.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2215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2029-3DCF-BB4C-0E3A-4E9EEEA5C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26274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4C6C9-B3A8-6DAB-DFCE-3E396E06C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60" y="2034630"/>
            <a:ext cx="10134664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Type Confusion: V8 engine wrongly handles object types, enabling out-of-bounds memory access.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Attack Vector: Served via HTML vectors, allowing unprivileged remote exploitation.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Discovery: Reported by Cl </a:t>
            </a:r>
            <a:r>
              <a:rPr lang="en-GB" sz="1800" dirty="0" err="1"/>
              <a:t>ment</a:t>
            </a:r>
            <a:r>
              <a:rPr lang="en-GB" sz="1800" dirty="0"/>
              <a:t> </a:t>
            </a:r>
            <a:r>
              <a:rPr lang="en-GB" sz="1800" dirty="0" err="1"/>
              <a:t>Lecigne</a:t>
            </a:r>
            <a:r>
              <a:rPr lang="en-GB" sz="1800" dirty="0"/>
              <a:t> of Google TAG on June 25, 2025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337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7927-F9BA-0A5A-36AC-DA31A336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83E01-F811-7605-AE9C-F0EA9BBC5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970622"/>
            <a:ext cx="10683305" cy="41954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All users running unpatched versions of Google Chrome (specify versions if known)</a:t>
            </a:r>
          </a:p>
          <a:p>
            <a:pPr>
              <a:lnSpc>
                <a:spcPct val="150000"/>
              </a:lnSpc>
            </a:pPr>
            <a:r>
              <a:rPr lang="en-GB" dirty="0"/>
              <a:t>Platforms: Windows, macOS, Linux, Android (if applicable)</a:t>
            </a:r>
          </a:p>
          <a:p>
            <a:pPr>
              <a:lnSpc>
                <a:spcPct val="150000"/>
              </a:lnSpc>
            </a:pPr>
            <a:r>
              <a:rPr lang="en-GB" dirty="0"/>
              <a:t>Potential impact extends to Chromium-based browsers (Edge, Brave, etc.)</a:t>
            </a:r>
          </a:p>
          <a:p>
            <a:pPr>
              <a:lnSpc>
                <a:spcPct val="150000"/>
              </a:lnSpc>
            </a:pPr>
            <a:r>
              <a:rPr lang="en-GB" dirty="0"/>
              <a:t>Remote code execution on the victim’s machine</a:t>
            </a:r>
          </a:p>
          <a:p>
            <a:pPr>
              <a:lnSpc>
                <a:spcPct val="150000"/>
              </a:lnSpc>
            </a:pPr>
            <a:r>
              <a:rPr lang="en-GB" dirty="0"/>
              <a:t>Data theft: credentials, cookies, personal data</a:t>
            </a:r>
          </a:p>
        </p:txBody>
      </p:sp>
    </p:spTree>
    <p:extLst>
      <p:ext uri="{BB962C8B-B14F-4D97-AF65-F5344CB8AC3E}">
        <p14:creationId xmlns:p14="http://schemas.microsoft.com/office/powerpoint/2010/main" val="243271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F9B6-5CDF-F368-8ED7-8594F339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/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EC0F-6A71-4F5D-AE15-C5D69BB11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Update Google Chrome: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/>
              <a:t>Apply the latest security patch released by Google.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/>
              <a:t>Windows: 138.0.7204.96/.97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/>
              <a:t>macOS: 138.0.7204.92/.93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/>
              <a:t>Linux: 138.0.7204.96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Restart the Browser: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Ensure Chrome is fully restarted to load the patched binaries.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Enable automatic update</a:t>
            </a:r>
            <a:endParaRPr lang="en-GB" dirty="0"/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468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0ABB-313F-F46C-1C8A-DC67777A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F3CF3-B460-3C5F-15E4-E7FEE2DBB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06648" cy="41954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Confirmed exploitation in the wild, though specifics remain undisclosed. Nation-state connection plausible, although no specific group has been publicly identified.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29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251C-518B-0017-28FC-BF95D17D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B1D3-53CD-82D2-8BA5-4E255F540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34630"/>
            <a:ext cx="10573577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A critical zero-day vulnerability (CVE-2025-6554) in Google Chrome was actively exploited in the wild.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Continued research into the root cause and exploitation techniques to improve </a:t>
            </a:r>
            <a:r>
              <a:rPr lang="en-GB" sz="1800" dirty="0" err="1"/>
              <a:t>defenses</a:t>
            </a:r>
            <a:r>
              <a:rPr lang="en-GB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Enhanced detection and monitoring for zero-day exploitation patterns.</a:t>
            </a:r>
          </a:p>
          <a:p>
            <a:pPr>
              <a:lnSpc>
                <a:spcPct val="150000"/>
              </a:lnSpc>
            </a:pPr>
            <a:endParaRPr lang="en-GB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6476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3A2C-DD6D-C91D-82FE-A3B2A50E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2422-1366-5F3C-68AD-1EFFD2BA3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secure-iss.com</a:t>
            </a:r>
          </a:p>
          <a:p>
            <a:r>
              <a:rPr lang="en-IN" dirty="0"/>
              <a:t>linuxsecurity.com</a:t>
            </a:r>
          </a:p>
          <a:p>
            <a:r>
              <a:rPr lang="en-IN" dirty="0"/>
              <a:t>cisecurity.org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17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F96D-5040-8C50-0B3E-85C454C3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606" y="2935224"/>
            <a:ext cx="5940787" cy="987552"/>
          </a:xfrm>
        </p:spPr>
        <p:txBody>
          <a:bodyPr/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29992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441</TotalTime>
  <Words>341</Words>
  <Application>Microsoft Office PowerPoint</Application>
  <PresentationFormat>Widescreen</PresentationFormat>
  <Paragraphs>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Bahnschrift SemiBold Condensed</vt:lpstr>
      <vt:lpstr>Calibri</vt:lpstr>
      <vt:lpstr>Century Gothic</vt:lpstr>
      <vt:lpstr>Century Gothic (Headings)</vt:lpstr>
      <vt:lpstr>Times New Roman</vt:lpstr>
      <vt:lpstr>Wingdings</vt:lpstr>
      <vt:lpstr>Wingdings 3</vt:lpstr>
      <vt:lpstr>Ion</vt:lpstr>
      <vt:lpstr>Google chrome zero-dayCVE-2025-6554</vt:lpstr>
      <vt:lpstr>Introduction to the Vulnerability</vt:lpstr>
      <vt:lpstr>Bug Overview</vt:lpstr>
      <vt:lpstr>Problem Statement</vt:lpstr>
      <vt:lpstr>Technical Details</vt:lpstr>
      <vt:lpstr>Impact Analysis</vt:lpstr>
      <vt:lpstr>Mitigation / Fixes</vt:lpstr>
      <vt:lpstr>Real-World Incidents</vt:lpstr>
      <vt:lpstr>Conclusion &amp; Future Scope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Deepthi AK</dc:creator>
  <cp:lastModifiedBy>muhammed nihal mp</cp:lastModifiedBy>
  <cp:revision>4</cp:revision>
  <dcterms:created xsi:type="dcterms:W3CDTF">2025-07-10T06:35:25Z</dcterms:created>
  <dcterms:modified xsi:type="dcterms:W3CDTF">2025-07-14T18:13:13Z</dcterms:modified>
</cp:coreProperties>
</file>